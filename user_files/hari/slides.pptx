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Management: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- Subtopic: Memory consists of addressable words or bytes, accessed by the CPU via the program counter.</a:t>
            </a:r>
          </a:p>
          <a:p>
            <a:pPr>
              <a:defRPr sz="2000"/>
            </a:pPr>
            <a:r>
              <a:t>- Subtopic: Programs must be loaded into memory to become processes and execute.</a:t>
            </a:r>
          </a:p>
          <a:p>
            <a:pPr>
              <a:defRPr sz="2000"/>
            </a:pPr>
            <a:r>
              <a:t>- Subtopic: The input queue holds processes on disk waiting to be brought into memory.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Address Binding Stages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- Subtopic: Address binding links program instructions and data to specific memory addresses.</a:t>
            </a:r>
          </a:p>
          <a:p>
            <a:pPr>
              <a:defRPr sz="2000"/>
            </a:pPr>
            <a:r>
              <a:t>- Subtopic: Compile time binding creates absolute code if memory locations are known beforehand.</a:t>
            </a:r>
          </a:p>
          <a:p>
            <a:pPr>
              <a:defRPr sz="2000"/>
            </a:pPr>
            <a:r>
              <a:t>- Subtopic: Load time binding generates relocatable code when memory locations are not known at compile time.</a:t>
            </a:r>
          </a:p>
          <a:p>
            <a:pPr>
              <a:defRPr sz="2000"/>
            </a:pPr>
            <a:r>
              <a:t>- Subtopic: Execution time binding delays mapping until runtime, allowing processes to move in memory and requiring hardware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Logical Versus Physical Address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- Subtopic: A logical address is generated by the CPU, also known as a virtual address.</a:t>
            </a:r>
          </a:p>
          <a:p>
            <a:pPr>
              <a:defRPr sz="2000"/>
            </a:pPr>
            <a:r>
              <a:t>- Subtopic: A physical address is the actual address seen by the memory unit.</a:t>
            </a:r>
          </a:p>
          <a:p>
            <a:pPr>
              <a:defRPr sz="2000"/>
            </a:pPr>
            <a:r>
              <a:t>- Subtopic: Logical and physical addresses are identical for compile-time and load-time binding.</a:t>
            </a:r>
          </a:p>
          <a:p>
            <a:pPr>
              <a:defRPr sz="2000"/>
            </a:pPr>
            <a:r>
              <a:t>- Subtopic: An MMU (Memory Management Unit) is a hardware device that translates virtual to physical addresses at runtime.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Memory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- Subtopic: Dynamic loading loads routines into memory only when they are called, improving memory-space utilization.</a:t>
            </a:r>
          </a:p>
          <a:p>
            <a:pPr>
              <a:defRPr sz="2000"/>
            </a:pPr>
            <a:r>
              <a:t>- Subtopic: Dynamic linking postpones linking library routines until execution time, using stubs to locate or load them.</a:t>
            </a:r>
          </a:p>
          <a:p>
            <a:pPr>
              <a:defRPr sz="2000"/>
            </a:pPr>
            <a:r>
              <a:t>- Subtopic: Dynamic linking reduces memory overhead for multiple processes by sharing library routines.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- Subtopic: Swapping temporarily moves a process from main memory to a backing store and then back into memory for execution.</a:t>
            </a:r>
          </a:p>
          <a:p>
            <a:pPr>
              <a:defRPr sz="2000"/>
            </a:pPr>
            <a:r>
              <a:t>- Subtopic: "Roll out, roll in" is a swapping variant used in priority-based scheduling to accommodate higher-priority processes.</a:t>
            </a:r>
          </a:p>
          <a:p>
            <a:pPr>
              <a:defRPr sz="2000"/>
            </a:pPr>
            <a:r>
              <a:t>- Subtopic: The backing store is a fast disk large enough to hold copies of all user memory images for direct access.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Contiguous Memory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- Subtopic: Main memory is typically divided into two partitions: one for the resident operating system and one for user processes.</a:t>
            </a:r>
          </a:p>
          <a:p>
            <a:pPr>
              <a:defRPr sz="2000"/>
            </a:pPr>
            <a:r>
              <a:t>- Subtopic: Contiguous memory allocation requires each process to occupy a single, unbroken section of memory.</a:t>
            </a:r>
          </a:p>
          <a:p>
            <a:pPr>
              <a:defRPr sz="2000"/>
            </a:pPr>
            <a:r>
              <a:t>- Subtopic: A relocation register contains the smallest physical address, and a limit register defines the range of logical addresses for protection.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Multiple-Partition Allocation &amp;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- Subtopic: Memory is managed using "holes," which are blocks of available memory of various sizes.</a:t>
            </a:r>
          </a:p>
          <a:p>
            <a:pPr>
              <a:defRPr sz="2000"/>
            </a:pPr>
            <a:r>
              <a:t>- Subtopic: When a process arrives, it is allocated memory from a hole large enough to accommodate it.</a:t>
            </a:r>
          </a:p>
          <a:p>
            <a:pPr>
              <a:defRPr sz="2000"/>
            </a:pPr>
            <a:r>
              <a:t>- Subtopic: First-fit allocates the first hole that is big enough from the list of available holes.</a:t>
            </a:r>
          </a:p>
          <a:p>
            <a:pPr>
              <a:defRPr sz="2000"/>
            </a:pPr>
            <a:r>
              <a:t>- Subtopic: Best-fit allocates the smallest hole that is big enough, requiring a search of the entire list.</a:t>
            </a:r>
          </a:p>
          <a:p>
            <a:pPr>
              <a:defRPr sz="2000"/>
            </a:pPr>
            <a:r>
              <a:t>- Subtopic: Worst-fit allocates the largest hole, also requiring a search of the entire list.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Fragmentation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- Subtopic: External fragmentation occurs when total memory space exists for a request, but it is not contiguous.</a:t>
            </a:r>
          </a:p>
          <a:p>
            <a:pPr>
              <a:defRPr sz="2000"/>
            </a:pPr>
            <a:r>
              <a:t>- Subtopic: Internal fragmentation results when allocated memory is slightly larger than requested, leading to unused space within a partition.</a:t>
            </a:r>
          </a:p>
          <a:p>
            <a:pPr>
              <a:defRPr sz="2000"/>
            </a:pPr>
            <a:r>
              <a:t>- Subtopic: Compaction reduces external fragmentation by shuffling memory contents to place all free memory together.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- Subtopic: Paging is a memory management scheme that allows a process's physical address space to be non-contiguous.</a:t>
            </a:r>
          </a:p>
          <a:p>
            <a:pPr>
              <a:defRPr sz="2000"/>
            </a:pPr>
            <a:r>
              <a:t>- Subtopic: Physical memory is divided into fixed-sized blocks called frames, and logical memory into same-sized blocks called pages.</a:t>
            </a:r>
          </a:p>
          <a:p>
            <a:pPr>
              <a:defRPr sz="2000"/>
            </a:pPr>
            <a:r>
              <a:t>- Subtopic: A process's pages are loaded into any available memory frames from the backing store.</a:t>
            </a:r>
          </a:p>
          <a:p>
            <a:pPr>
              <a:defRPr sz="2000"/>
            </a:pPr>
            <a:r>
              <a:t>- Subtopic: Every CPU-generated address is divided into a page number (p) and a page offset (d).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Paging Hardware &amp; Address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- Subtopic: The page number (p) is used as an index into the page table, which contains the base address of each page in physical memory.</a:t>
            </a:r>
          </a:p>
          <a:p>
            <a:pPr>
              <a:defRPr sz="2000"/>
            </a:pPr>
            <a:r>
              <a:t>- Subtopic: The base address from the page table is combined with the page offset (d) to define the final physical memory address.</a:t>
            </a:r>
          </a:p>
          <a:p>
            <a:pPr>
              <a:defRPr sz="2000"/>
            </a:pPr>
            <a:r>
              <a:t>- Subtopic: Page size is typically a power of 2, simplifying the extraction of the page number and offset from a logical address.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Table Optimization &amp;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- Subtopic: A Translation Look-aside Buffer (TLB) is a special fast-lookup hardware cache that stores a few page table entries to speed up address translation.</a:t>
            </a:r>
          </a:p>
          <a:p>
            <a:pPr>
              <a:defRPr sz="2000"/>
            </a:pPr>
            <a:r>
              <a:t>- Subtopic: The hit ratio is the percentage of times a page number is found in the TLB, significantly impacting effective memory access time.</a:t>
            </a:r>
          </a:p>
          <a:p>
            <a:pPr>
              <a:defRPr sz="2000"/>
            </a:pPr>
            <a:r>
              <a:t>- Subtopic: Valid-invalid bits in the page table protect memory by indicating whether an associated page is part of the process's logical address space.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/>
            </a:pPr>
            <a:r>
              <a:t>- Subtopic: Segmentation is a memory management scheme that supports the user's logical view of memory.</a:t>
            </a:r>
          </a:p>
          <a:p>
            <a:pPr>
              <a:defRPr sz="2000"/>
            </a:pPr>
            <a:r>
              <a:t>- Subtopic: A program is viewed as a collection of segments, representing logical units like main programs, procedures, or data arrays.</a:t>
            </a:r>
          </a:p>
          <a:p>
            <a:pPr>
              <a:defRPr sz="2000"/>
            </a:pPr>
            <a:r>
              <a:t>- Subtopic: A logical address in segmentation consists of a segment number and an offset within that segment.</a:t>
            </a:r>
          </a:p>
          <a:p>
            <a:pPr>
              <a:defRPr sz="2000"/>
            </a:pPr>
            <a:r>
              <a:t>- Subtopic: A segment table maps these two-dimensional logical addresses to physical addresses, with entries for base address and limit.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